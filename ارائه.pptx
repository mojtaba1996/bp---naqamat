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6CBDD-6D8D-4D59-AFFA-A44602E2EBD5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E93E0-44CC-4278-A8B8-473CF8272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33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3E0-44CC-4278-A8B8-473CF82727D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83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9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3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88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4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2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2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99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1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89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3002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78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83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05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88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5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9AEF1-E89F-4B62-B3C1-AEA0C91989E9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6DA02-696B-4F6C-AE11-52DF531E3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355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D3C1-9C3E-45C3-BE80-2F1C7401EA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NAQAMAT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45BF3-F43B-48B9-941B-C4568291C2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معرفی و دسته بندی مقام‌ها و نغمه‌های موسیقی عرب در هنر قرائت قرآن </a:t>
            </a: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71473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781D-B36B-448F-AB5B-071B2AED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اولین جرقه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1026" name="Picture 2" descr="https://encrypted-tbn0.gstatic.com/images?q=tbn:ANd9GcQ47euon1KjJkD8nsv15nzWLYNxyxFtIaFu7lCplANy0iHvv3FsfQ">
            <a:extLst>
              <a:ext uri="{FF2B5EF4-FFF2-40B4-BE49-F238E27FC236}">
                <a16:creationId xmlns:a16="http://schemas.microsoft.com/office/drawing/2014/main" id="{C31E4A0F-B526-4AD6-AA7B-FC6F6071D9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13"/>
          <a:stretch/>
        </p:blipFill>
        <p:spPr bwMode="auto">
          <a:xfrm>
            <a:off x="4184520" y="2520719"/>
            <a:ext cx="3345284" cy="353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80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764A-FFB9-4480-812C-79453265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معرفی اصطلاحات</a:t>
            </a:r>
            <a:endParaRPr lang="en-US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944A-898F-4128-94F1-16BF648578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r" rtl="1">
              <a:buFont typeface="Wingdings" panose="05000000000000000000" pitchFamily="2" charset="2"/>
              <a:buChar char="v"/>
            </a:pPr>
            <a:r>
              <a:rPr lang="fa-IR" sz="4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مقام</a:t>
            </a:r>
          </a:p>
          <a:p>
            <a:pPr lvl="1"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مجموعه‌ای از گوشه‌ها</a:t>
            </a:r>
          </a:p>
          <a:p>
            <a:pPr lvl="1"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معادل دستگاه در موسیقی ایرانی</a:t>
            </a:r>
          </a:p>
          <a:p>
            <a:pPr lvl="1"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معادل گام در موسیقی غربی</a:t>
            </a:r>
          </a:p>
          <a:p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70728-E54A-4C08-9DFB-DE19337593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r" rtl="1">
              <a:buFont typeface="Wingdings" panose="05000000000000000000" pitchFamily="2" charset="2"/>
              <a:buChar char="v"/>
            </a:pPr>
            <a:r>
              <a:rPr lang="fa-IR" sz="4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نغمه</a:t>
            </a:r>
          </a:p>
          <a:p>
            <a:pPr lvl="1"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ریتم و ملودی و فرم مشابه</a:t>
            </a:r>
          </a:p>
          <a:p>
            <a:pPr lvl="1"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معادل گوشه در موسیقی ایرانی</a:t>
            </a:r>
          </a:p>
          <a:p>
            <a:pPr lvl="1"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مانند جملات در زبان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9967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65B0-4969-45FB-ABD0-A9D50292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کمی دقیق تر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2050" name="Picture 2" descr="Image result for piano">
            <a:extLst>
              <a:ext uri="{FF2B5EF4-FFF2-40B4-BE49-F238E27FC236}">
                <a16:creationId xmlns:a16="http://schemas.microsoft.com/office/drawing/2014/main" id="{2CE759F5-1BEB-46A3-939F-436894D7E0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1" y="2676627"/>
            <a:ext cx="10095819" cy="333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F8AE9C5B-6236-4DEF-896E-C4D78B1310AB}"/>
              </a:ext>
            </a:extLst>
          </p:cNvPr>
          <p:cNvSpPr/>
          <p:nvPr/>
        </p:nvSpPr>
        <p:spPr>
          <a:xfrm>
            <a:off x="1586204" y="2332653"/>
            <a:ext cx="4273420" cy="3869940"/>
          </a:xfrm>
          <a:prstGeom prst="frame">
            <a:avLst>
              <a:gd name="adj1" fmla="val 2901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78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0D63-8DA6-4E46-B6B1-36F9276C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مقام‌های اصلی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2819-93CC-4B91-842D-158EE328A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بیات</a:t>
            </a:r>
          </a:p>
          <a:p>
            <a:pPr algn="r" rtl="1"/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راست</a:t>
            </a:r>
          </a:p>
          <a:p>
            <a:pPr algn="r" rtl="1"/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صبا</a:t>
            </a:r>
          </a:p>
          <a:p>
            <a:pPr algn="r" rtl="1"/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نهاوند</a:t>
            </a:r>
          </a:p>
          <a:p>
            <a:pPr algn="r" rtl="1"/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عجم</a:t>
            </a:r>
          </a:p>
          <a:p>
            <a:pPr algn="r" rtl="1"/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حجاز</a:t>
            </a:r>
          </a:p>
          <a:p>
            <a:pPr algn="r" rtl="1"/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سه‌گاه</a:t>
            </a: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567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1382-5E5C-4E6D-A6F9-3CAF8299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چرا سایت نغمات؟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F486-6F1B-4599-A91B-691B55FDC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مفهوم تقلید</a:t>
            </a:r>
          </a:p>
          <a:p>
            <a:pPr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نمونه‌های مشابه از یک قاری</a:t>
            </a:r>
          </a:p>
          <a:p>
            <a:pPr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نمونه‌های مشابه از قاری‌های متفاوت</a:t>
            </a:r>
          </a:p>
          <a:p>
            <a:pPr algn="r" rtl="1"/>
            <a:r>
              <a:rPr lang="fa-IR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نغمه‌های مناسب برای قبل و بعد هر نغمه</a:t>
            </a:r>
            <a:endParaRPr lang="en-US" sz="36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162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1754-CF3B-4575-8534-62AE1898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پیاده سازی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108DC-9EA7-410F-B201-79E0C27BF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موجودیت‌ها</a:t>
            </a: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3471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A584-C7BC-45CC-A300-BEDCBB6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کاربر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11E6E0-49C9-4175-857A-1C951698D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09" y="2402390"/>
            <a:ext cx="4673852" cy="3831871"/>
          </a:xfrm>
        </p:spPr>
      </p:pic>
    </p:spTree>
    <p:extLst>
      <p:ext uri="{BB962C8B-B14F-4D97-AF65-F5344CB8AC3E}">
        <p14:creationId xmlns:p14="http://schemas.microsoft.com/office/powerpoint/2010/main" val="221735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A584-C7BC-45CC-A300-BEDCBB6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سوره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E76A4-8184-47FA-89DA-7C22942D3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09" y="2402390"/>
            <a:ext cx="4500117" cy="141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3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A584-C7BC-45CC-A300-BEDCBB6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قاری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90A8524-3D0F-4E31-B767-CDC44A997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09" y="2402390"/>
            <a:ext cx="4946010" cy="155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9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A584-C7BC-45CC-A300-BEDCBB6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قرائت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E7B88-5370-44D2-8CA6-75CF15E82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09" y="2402389"/>
            <a:ext cx="4946010" cy="352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3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A584-C7BC-45CC-A300-BEDCBB6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نغمه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F70B9E-314D-4A10-B01B-C50C9186D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09" y="2400299"/>
            <a:ext cx="4932588" cy="204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4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A584-C7BC-45CC-A300-BEDCBB6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نمونه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E4EC0-1B63-4B67-8848-5DAC513C2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09" y="2390967"/>
            <a:ext cx="4942878" cy="303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0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1754-CF3B-4575-8534-62AE1898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پیاده سازی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108DC-9EA7-410F-B201-79E0C27BF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سمت سرور</a:t>
            </a: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3291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28F5-6229-408B-85F7-192A19D8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0744A-8114-4A2B-BD19-B1B4C43C4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Framework</a:t>
            </a:r>
          </a:p>
          <a:p>
            <a:r>
              <a:rPr lang="en-US" dirty="0"/>
              <a:t>JPA</a:t>
            </a:r>
          </a:p>
          <a:p>
            <a:r>
              <a:rPr lang="en-US" dirty="0"/>
              <a:t>JAX-RS</a:t>
            </a:r>
          </a:p>
        </p:txBody>
      </p:sp>
    </p:spTree>
    <p:extLst>
      <p:ext uri="{BB962C8B-B14F-4D97-AF65-F5344CB8AC3E}">
        <p14:creationId xmlns:p14="http://schemas.microsoft.com/office/powerpoint/2010/main" val="428631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71D2-A006-4120-893E-0F6A35A6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لایه بندی‌ها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4CD8A3-F1E3-4CFA-9202-0F07AD5A996B}"/>
              </a:ext>
            </a:extLst>
          </p:cNvPr>
          <p:cNvGrpSpPr/>
          <p:nvPr/>
        </p:nvGrpSpPr>
        <p:grpSpPr>
          <a:xfrm>
            <a:off x="5303188" y="2276670"/>
            <a:ext cx="1585624" cy="3965510"/>
            <a:chOff x="0" y="0"/>
            <a:chExt cx="1743075" cy="435934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B1E6B95-D82F-43E8-820A-9B113351ACAF}"/>
                </a:ext>
              </a:extLst>
            </p:cNvPr>
            <p:cNvSpPr/>
            <p:nvPr/>
          </p:nvSpPr>
          <p:spPr>
            <a:xfrm>
              <a:off x="106326" y="0"/>
              <a:ext cx="1543050" cy="32385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fa-IR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لایه سرویس</a:t>
              </a:r>
              <a:endParaRPr lang="en-US" sz="110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66975C1-246C-40BB-A34E-A2C12528C157}"/>
                </a:ext>
              </a:extLst>
            </p:cNvPr>
            <p:cNvSpPr/>
            <p:nvPr/>
          </p:nvSpPr>
          <p:spPr>
            <a:xfrm>
              <a:off x="0" y="978195"/>
              <a:ext cx="1743075" cy="32385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fa-IR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لایه پیاده سازی سرویس‌ها</a:t>
              </a:r>
              <a:endParaRPr lang="en-US" sz="110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441941A-4FA0-45B6-BC39-DCF5A80EACFD}"/>
                </a:ext>
              </a:extLst>
            </p:cNvPr>
            <p:cNvSpPr/>
            <p:nvPr/>
          </p:nvSpPr>
          <p:spPr>
            <a:xfrm>
              <a:off x="106326" y="1935125"/>
              <a:ext cx="1543050" cy="32385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fa-IR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لایه مدیریت</a:t>
              </a:r>
              <a:endParaRPr lang="en-US" sz="110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3B5F2EB-9B47-4847-9642-3DDA105A77CC}"/>
                </a:ext>
              </a:extLst>
            </p:cNvPr>
            <p:cNvSpPr/>
            <p:nvPr/>
          </p:nvSpPr>
          <p:spPr>
            <a:xfrm>
              <a:off x="106326" y="2934586"/>
              <a:ext cx="1543050" cy="32385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fa-IR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لایه دسترسی به دیتابیس</a:t>
              </a:r>
              <a:endParaRPr lang="en-US" sz="110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Cylinder 8">
              <a:extLst>
                <a:ext uri="{FF2B5EF4-FFF2-40B4-BE49-F238E27FC236}">
                  <a16:creationId xmlns:a16="http://schemas.microsoft.com/office/drawing/2014/main" id="{1C3CA76D-F13B-4DBE-A572-BDED904EA895}"/>
                </a:ext>
              </a:extLst>
            </p:cNvPr>
            <p:cNvSpPr/>
            <p:nvPr/>
          </p:nvSpPr>
          <p:spPr>
            <a:xfrm>
              <a:off x="467833" y="3902149"/>
              <a:ext cx="866775" cy="457200"/>
            </a:xfrm>
            <a:prstGeom prst="can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fa-IR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دیتابیس</a:t>
              </a:r>
              <a:endParaRPr lang="en-US" sz="110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79754BB2-8DB8-4D71-9E6F-FED5866D7DA1}"/>
                </a:ext>
              </a:extLst>
            </p:cNvPr>
            <p:cNvSpPr/>
            <p:nvPr/>
          </p:nvSpPr>
          <p:spPr>
            <a:xfrm>
              <a:off x="648586" y="457200"/>
              <a:ext cx="484505" cy="361950"/>
            </a:xfrm>
            <a:prstGeom prst="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DCB865A6-6042-473A-8B72-D6977635D49E}"/>
                </a:ext>
              </a:extLst>
            </p:cNvPr>
            <p:cNvSpPr/>
            <p:nvPr/>
          </p:nvSpPr>
          <p:spPr>
            <a:xfrm>
              <a:off x="648586" y="1446028"/>
              <a:ext cx="484505" cy="361950"/>
            </a:xfrm>
            <a:prstGeom prst="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AD98E4A9-8B1B-4795-9024-B46B9BDE9B5E}"/>
                </a:ext>
              </a:extLst>
            </p:cNvPr>
            <p:cNvSpPr/>
            <p:nvPr/>
          </p:nvSpPr>
          <p:spPr>
            <a:xfrm>
              <a:off x="648586" y="2456121"/>
              <a:ext cx="484505" cy="361950"/>
            </a:xfrm>
            <a:prstGeom prst="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D2F8A71D-9684-45AA-8ED9-25E6CF718B79}"/>
                </a:ext>
              </a:extLst>
            </p:cNvPr>
            <p:cNvSpPr/>
            <p:nvPr/>
          </p:nvSpPr>
          <p:spPr>
            <a:xfrm>
              <a:off x="648586" y="3402418"/>
              <a:ext cx="484505" cy="361950"/>
            </a:xfrm>
            <a:prstGeom prst="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828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1754-CF3B-4575-8534-62AE1898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60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پیاده سازی</a:t>
            </a:r>
            <a:endParaRPr lang="en-US" sz="60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108DC-9EA7-410F-B201-79E0C27BF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a-IR" sz="2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سمت کاربر</a:t>
            </a:r>
            <a:endParaRPr lang="en-US" sz="2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60704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7EDF-9A7E-4BEE-873F-408B7A6E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1AAA8-9072-4BDE-9B86-DB4F89E12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Angular7</a:t>
            </a:r>
          </a:p>
          <a:p>
            <a:r>
              <a:rPr lang="en-US" dirty="0"/>
              <a:t>Routing Guard</a:t>
            </a:r>
          </a:p>
          <a:p>
            <a:r>
              <a:rPr lang="en-US" dirty="0"/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216337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CA84-1157-494A-96B9-9E0BE53E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نمای کلی</a:t>
            </a:r>
            <a:endParaRPr lang="en-US" sz="6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BED47F-3CB7-4E5C-AC0E-420BD8402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293" y="2271486"/>
            <a:ext cx="8209414" cy="434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6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B7B7-EF89-4CC2-B250-7BEA562E2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6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چالش‌ها</a:t>
            </a:r>
            <a:endParaRPr lang="en-US" sz="6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57F1-B62C-439F-8ED6-54D68E02A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خطای </a:t>
            </a:r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CORS</a:t>
            </a:r>
          </a:p>
          <a:p>
            <a:pPr algn="r" rtl="1"/>
            <a:r>
              <a:rPr lang="fa-IR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تعاریف بازگشتی در اشیا </a:t>
            </a:r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JSON</a:t>
            </a:r>
            <a:endParaRPr lang="fa-IR" sz="32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r" rtl="1"/>
            <a:r>
              <a:rPr lang="fa-IR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مرکب خوانی</a:t>
            </a:r>
            <a:endParaRPr lang="en-US" sz="32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9854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E58F46-5919-4E41-A69C-935BFEEAE47F}"/>
              </a:ext>
            </a:extLst>
          </p:cNvPr>
          <p:cNvSpPr txBox="1"/>
          <p:nvPr/>
        </p:nvSpPr>
        <p:spPr>
          <a:xfrm>
            <a:off x="3793927" y="2705725"/>
            <a:ext cx="46041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88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سپاس از توجهتان</a:t>
            </a:r>
            <a:endParaRPr lang="en-US" sz="88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9632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143</Words>
  <Application>Microsoft Office PowerPoint</Application>
  <PresentationFormat>Widescreen</PresentationFormat>
  <Paragraphs>59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Arabic Typesetting</vt:lpstr>
      <vt:lpstr>Arial</vt:lpstr>
      <vt:lpstr>Calibri</vt:lpstr>
      <vt:lpstr>Trebuchet MS</vt:lpstr>
      <vt:lpstr>Wingdings</vt:lpstr>
      <vt:lpstr>Berlin</vt:lpstr>
      <vt:lpstr>NAQAMAT</vt:lpstr>
      <vt:lpstr>اولین جرقه</vt:lpstr>
      <vt:lpstr>معرفی اصطلاحات</vt:lpstr>
      <vt:lpstr>کمی دقیق تر</vt:lpstr>
      <vt:lpstr>مقام‌های اصلی</vt:lpstr>
      <vt:lpstr>چرا سایت نغمات؟</vt:lpstr>
      <vt:lpstr>پیاده سازی</vt:lpstr>
      <vt:lpstr>کاربر</vt:lpstr>
      <vt:lpstr>سوره</vt:lpstr>
      <vt:lpstr>قاری</vt:lpstr>
      <vt:lpstr>قرائت</vt:lpstr>
      <vt:lpstr>نغمه</vt:lpstr>
      <vt:lpstr>نمونه</vt:lpstr>
      <vt:lpstr>پیاده سازی</vt:lpstr>
      <vt:lpstr>JAVAEE</vt:lpstr>
      <vt:lpstr>لایه بندی‌ها</vt:lpstr>
      <vt:lpstr>پیاده سازی</vt:lpstr>
      <vt:lpstr>ANGULAR</vt:lpstr>
      <vt:lpstr>نمای کلی</vt:lpstr>
      <vt:lpstr>چالش‌ها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NAQAMAT</dc:title>
  <dc:creator>Mojtaba Karimi_Nia</dc:creator>
  <cp:lastModifiedBy>Mojtaba Karimi_Nia</cp:lastModifiedBy>
  <cp:revision>10</cp:revision>
  <dcterms:created xsi:type="dcterms:W3CDTF">2019-07-02T18:42:08Z</dcterms:created>
  <dcterms:modified xsi:type="dcterms:W3CDTF">2019-07-02T20:03:48Z</dcterms:modified>
</cp:coreProperties>
</file>